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60" r:id="rId3"/>
    <p:sldId id="261" r:id="rId4"/>
    <p:sldId id="263" r:id="rId5"/>
    <p:sldId id="269" r:id="rId6"/>
    <p:sldId id="27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8569A"/>
    <a:srgbClr val="C58E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5198" autoAdjust="0"/>
  </p:normalViewPr>
  <p:slideViewPr>
    <p:cSldViewPr snapToGrid="0">
      <p:cViewPr varScale="1">
        <p:scale>
          <a:sx n="81" d="100"/>
          <a:sy n="81" d="100"/>
        </p:scale>
        <p:origin x="7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DCEF2A-A889-4792-B57B-16C70F22DB3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EE06BE-785B-48B3-9F73-92989FF56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8257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8A943-F20F-8EFA-30D1-EBB8798A1A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38CFA1-A48E-D2B1-B02C-D5B1012663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9BD40-3568-6ECB-84B3-6B37B8FF1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4D34C8-0FEF-3FDA-B068-41F783794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E0D67B-5C2D-CABC-B668-11C455FC17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3209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4CB37-70C7-09C3-7807-B2841CB1A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028F6-E302-0C52-1CDA-41B4D36B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B3E4A-312B-CAA6-0097-3BC58A7AA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CD6CE9-C946-1E0D-828A-73176726E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832A39-D73F-31C8-65F7-22D876DC5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55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E6C577-3720-9A68-134F-70A39A558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61D1DE-CDAA-21D6-429A-29CEFF4E6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2ABF1-4734-8895-3A57-7B6D88569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954DE-AB5E-78E3-D91F-A4B18E20E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FD0E1-F694-8C45-4236-0B557781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57137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51E32-BE93-8625-0931-9CFBBB1B9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8764E8-C00F-F248-CD8C-B1E3A4BA5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E7C2B1-FFEC-7D3D-6058-D993F848CC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324F1-1982-DBDE-3610-B22FB007A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4BEF3-40D7-1580-CB96-DA7EB77E9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5A3169-9B58-8D09-8866-C2E96D5D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238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08226-B416-6747-7A33-C2E1DAB95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B081E-068B-583F-83AD-F3F1BCA9B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1BE4CF-18FA-F5D5-C49F-BEFA2B56A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33BE0B-6783-185C-D54A-4CBB1C4D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D9E51B-A4EB-43E7-C7A9-7BD62BA3D9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7AC6C8-2F87-B458-71EB-3C0E7A40E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18D338-2B2E-9D35-3249-7CEBA394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19EEE75-1884-0109-AE69-6B4F51311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5502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B24FCD-33AB-F5B4-8ACC-D5C0C58F1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C45B7F-FAB2-471A-AD82-F32C3A7517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798578-E762-68B8-BC81-FE7C58D9B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A66E3A-C2F3-6759-D3F4-4FCB17A0C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1995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0369D-FD04-10D8-910C-532E9B66B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FE16B3-C12E-0403-DBA9-B8B83EEF64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E3129-E867-F494-0848-70337B249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68973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7F95E-F6D2-C690-67DE-2BCF87D03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4D1613-4485-CE3A-209B-F79B2BAF6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030DE4-7D92-CF33-51E4-29CC7DB194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1EA9E2-4EF9-D3CB-DC5A-A9142ADAD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5BADE7-6BE5-BB6B-E87B-B13CA5A43E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F7A00D-4E62-A88B-C6D6-384CA9DD7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728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69EF1-7DE7-A38F-1D78-44FC8F488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64CF40-3882-6915-C0B6-B8DAE0E45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21FE0A-51EA-34AC-2582-CF945F653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9E1860-B849-721A-3C38-908CF69F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2D696E-A72B-05F2-E2C5-692197A5B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62AFCB-AF86-8CCB-697D-CEB82B797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606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B6177F-62CC-D9B8-76BD-F6CB63A31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E90AD4-4CC0-CA1F-7593-A9612D9CDC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9C3EF-0158-45A1-F921-B22DCB197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88EE93-1CC5-9917-90BF-5E721CA20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83D458-ED04-7753-45DA-7BB2D5609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990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6EC17ED-2C35-A5A9-531B-1DF9840890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9AC16-CEC0-30FE-6929-ED316BAE08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851F03-787C-D792-CA44-2BDFFA218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18F22-BE77-F508-D1CE-A63C7A9B4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37F855-7B04-25F6-BB59-695982C2F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6897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82F584-E7A0-B33D-A8EB-20872BD84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E1FF8A-E22F-06F2-96A7-4ADA06180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453FEA-3044-338F-4ED8-DAB2AF74F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ED1D859-A7AC-4526-B003-B56B0BF713B9}" type="datetimeFigureOut">
              <a:rPr lang="en-IN" smtClean="0"/>
              <a:t>14-07-2026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B4C47-A4B8-12DB-74BA-B29D5E6DD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1EE58-CCDF-9DD8-31B1-3EEDD59F0D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B351AF-3C89-4A08-BFA6-1402D14B2D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08411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DA45504-6F1E-594A-56CA-44BA04BD2ED7}"/>
              </a:ext>
            </a:extLst>
          </p:cNvPr>
          <p:cNvSpPr txBox="1"/>
          <p:nvPr/>
        </p:nvSpPr>
        <p:spPr>
          <a:xfrm>
            <a:off x="2810933" y="1995890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6990" algn="ctr" rtl="0">
              <a:buNone/>
            </a:pPr>
            <a:br>
              <a:rPr lang="en-US" dirty="0"/>
            </a:b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017C8D-AAAD-5831-209E-3A247207F66F}"/>
              </a:ext>
            </a:extLst>
          </p:cNvPr>
          <p:cNvSpPr txBox="1"/>
          <p:nvPr/>
        </p:nvSpPr>
        <p:spPr>
          <a:xfrm>
            <a:off x="3229670" y="2937123"/>
            <a:ext cx="57326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CSA0714 COMPUTER NETWORKS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0EE131-1440-52E3-1F43-A135B28C4B3A}"/>
              </a:ext>
            </a:extLst>
          </p:cNvPr>
          <p:cNvSpPr txBox="1"/>
          <p:nvPr/>
        </p:nvSpPr>
        <p:spPr>
          <a:xfrm>
            <a:off x="1664775" y="3603004"/>
            <a:ext cx="88624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000" dirty="0">
                <a:solidFill>
                  <a:srgbClr val="A8569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Communication Using OSI Layers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1C92AC4-ACD5-6AB3-6BB2-89AC1B385BDD}"/>
              </a:ext>
            </a:extLst>
          </p:cNvPr>
          <p:cNvSpPr txBox="1"/>
          <p:nvPr/>
        </p:nvSpPr>
        <p:spPr>
          <a:xfrm>
            <a:off x="9123679" y="5223027"/>
            <a:ext cx="394115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                             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B.S.Reshma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(192521342)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0AD303-A37F-7D05-CB99-206D9A7016A5}"/>
              </a:ext>
            </a:extLst>
          </p:cNvPr>
          <p:cNvSpPr/>
          <p:nvPr/>
        </p:nvSpPr>
        <p:spPr>
          <a:xfrm>
            <a:off x="2790612" y="2061702"/>
            <a:ext cx="6333067" cy="62653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TECHNICAL PRESENTATION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icture 2">
            <a:extLst>
              <a:ext uri="{FF2B5EF4-FFF2-40B4-BE49-F238E27FC236}">
                <a16:creationId xmlns:a16="http://schemas.microsoft.com/office/drawing/2014/main" id="{DA83F388-E817-580D-A9B2-97746988B7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987" y="377072"/>
            <a:ext cx="8692316" cy="125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3939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00A268B-8D12-BBD8-EB55-358E81601D72}"/>
              </a:ext>
            </a:extLst>
          </p:cNvPr>
          <p:cNvSpPr/>
          <p:nvPr/>
        </p:nvSpPr>
        <p:spPr>
          <a:xfrm>
            <a:off x="2790612" y="2061702"/>
            <a:ext cx="6333067" cy="62653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6B01825-45B1-2BED-4036-4F18C66D51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10232" y="2956905"/>
            <a:ext cx="9760532" cy="3108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provides internet access through satellites.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mainly used in remote and rural areas.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transmitted between the user, satellite, and ground station.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explains how data moves through different network layers.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ensure reliable communication.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Picture 2">
            <a:extLst>
              <a:ext uri="{FF2B5EF4-FFF2-40B4-BE49-F238E27FC236}">
                <a16:creationId xmlns:a16="http://schemas.microsoft.com/office/drawing/2014/main" id="{574C0929-F1FA-026A-77C1-5C414EBDFC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987" y="377072"/>
            <a:ext cx="8692316" cy="125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1002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A114968-C859-F827-B94E-4478D99C7BA5}"/>
              </a:ext>
            </a:extLst>
          </p:cNvPr>
          <p:cNvSpPr/>
          <p:nvPr/>
        </p:nvSpPr>
        <p:spPr>
          <a:xfrm>
            <a:off x="2790612" y="2061702"/>
            <a:ext cx="6333067" cy="62653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200699-BC5C-5137-A9F1-1D950CCCA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0987" y="3046381"/>
            <a:ext cx="10574867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remote areas do not have cable or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fiber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internet.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Long-distance communication can cause delay.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should be transmitted without errors.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proper communication model is needed.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helps achieve reliable data transfer.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icture 2">
            <a:extLst>
              <a:ext uri="{FF2B5EF4-FFF2-40B4-BE49-F238E27FC236}">
                <a16:creationId xmlns:a16="http://schemas.microsoft.com/office/drawing/2014/main" id="{96C6C7CB-4F5B-88FA-DB2F-1677B78331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987" y="377072"/>
            <a:ext cx="8692316" cy="125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69388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26AD03B-4DA7-092A-3B1C-E29E858F7928}"/>
              </a:ext>
            </a:extLst>
          </p:cNvPr>
          <p:cNvSpPr/>
          <p:nvPr/>
        </p:nvSpPr>
        <p:spPr>
          <a:xfrm>
            <a:off x="2790611" y="1802228"/>
            <a:ext cx="6333067" cy="62653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554F39C-C751-3A79-CB5D-0AE2D4DFAF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145" y="2428761"/>
            <a:ext cx="12037855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of OSI Layers in satellite communication: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Layer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sends a request. 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divided into segments. 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 and routing are performed. 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Layer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Frames are created and errors are checked. </a:t>
            </a:r>
          </a:p>
          <a:p>
            <a:pPr algn="ctr"/>
            <a:r>
              <a:rPr lang="en-IN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Layer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converted into signals and sent through the satellite. </a:t>
            </a:r>
          </a:p>
          <a:p>
            <a:pPr algn="ctr"/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icture 2">
            <a:extLst>
              <a:ext uri="{FF2B5EF4-FFF2-40B4-BE49-F238E27FC236}">
                <a16:creationId xmlns:a16="http://schemas.microsoft.com/office/drawing/2014/main" id="{B11A932C-3C74-AE8A-DACB-63A555B8CD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987" y="377072"/>
            <a:ext cx="8692316" cy="125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3477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C68B816-11FF-AF95-8EEF-C19CDEEE148B}"/>
              </a:ext>
            </a:extLst>
          </p:cNvPr>
          <p:cNvSpPr/>
          <p:nvPr/>
        </p:nvSpPr>
        <p:spPr>
          <a:xfrm>
            <a:off x="2790612" y="2061702"/>
            <a:ext cx="6333067" cy="62653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RESULT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44F70BF-FD94-1832-C187-CD263EF840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0987" y="3113341"/>
            <a:ext cx="9713362" cy="2492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successfully transmitted through the satellite network.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receive reliable internet access even in remote areas.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ensures proper data organization and transmission.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detection improves communication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routing and data delivery enhance overall network performance.</a:t>
            </a: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Picture 2">
            <a:extLst>
              <a:ext uri="{FF2B5EF4-FFF2-40B4-BE49-F238E27FC236}">
                <a16:creationId xmlns:a16="http://schemas.microsoft.com/office/drawing/2014/main" id="{1A433E3B-3ACA-1BB5-3F9E-787A8B71A5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987" y="377072"/>
            <a:ext cx="8692316" cy="125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32368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AD75658-DE40-5F63-51AF-ED2629B10590}"/>
              </a:ext>
            </a:extLst>
          </p:cNvPr>
          <p:cNvSpPr txBox="1"/>
          <p:nvPr/>
        </p:nvSpPr>
        <p:spPr>
          <a:xfrm>
            <a:off x="1727462" y="2773192"/>
            <a:ext cx="934903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internet is an effective solution for providing connectivity where wired networks are unavailable.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OSI model helps organize communication into different layers, making data transfer efficient.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layer performs a unique task, ensuring reliable and secure communication.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OSI model makes it easier to analyze and troubleshoot network communication.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communication plays an important role in connecting people across the world.</a:t>
            </a:r>
          </a:p>
        </p:txBody>
      </p:sp>
      <p:pic>
        <p:nvPicPr>
          <p:cNvPr id="4" name="Picture 3" descr="Picture 2">
            <a:extLst>
              <a:ext uri="{FF2B5EF4-FFF2-40B4-BE49-F238E27FC236}">
                <a16:creationId xmlns:a16="http://schemas.microsoft.com/office/drawing/2014/main" id="{7E7DBBC6-4E18-A15F-91C2-8F0A0FBB7A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0987" y="377072"/>
            <a:ext cx="8692316" cy="1259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BE209BA0-EF22-BCB9-279B-AA67ED8B1946}"/>
              </a:ext>
            </a:extLst>
          </p:cNvPr>
          <p:cNvSpPr/>
          <p:nvPr/>
        </p:nvSpPr>
        <p:spPr>
          <a:xfrm>
            <a:off x="2790612" y="2061702"/>
            <a:ext cx="6333067" cy="626533"/>
          </a:xfrm>
          <a:prstGeom prst="rect">
            <a:avLst/>
          </a:prstGeom>
          <a:ln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92687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714</TotalTime>
  <Words>289</Words>
  <Application>Microsoft Office PowerPoint</Application>
  <PresentationFormat>Widescreen</PresentationFormat>
  <Paragraphs>42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Reshma B S</dc:creator>
  <cp:lastModifiedBy>Reshma B S</cp:lastModifiedBy>
  <cp:revision>8</cp:revision>
  <dcterms:created xsi:type="dcterms:W3CDTF">2025-11-21T09:59:48Z</dcterms:created>
  <dcterms:modified xsi:type="dcterms:W3CDTF">2026-07-14T14:50:58Z</dcterms:modified>
</cp:coreProperties>
</file>